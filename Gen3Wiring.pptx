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0"/>
    <p:restoredTop sz="94636"/>
  </p:normalViewPr>
  <p:slideViewPr>
    <p:cSldViewPr snapToGrid="0">
      <p:cViewPr varScale="1">
        <p:scale>
          <a:sx n="150" d="100"/>
          <a:sy n="150" d="100"/>
        </p:scale>
        <p:origin x="48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B3495-8C64-4359-BE29-B8B67F5B5911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7AD8E-AF61-4068-8950-969854299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7AD8E-AF61-4068-8950-969854299D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09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1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3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8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0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08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5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3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4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0652-B786-DA41-806A-49C422CECCC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2AD5A-4E92-3546-8304-0E804213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3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9D77DE-2FD9-2EAC-BF25-6C81541B1D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3" t="5548" r="4975" b="6639"/>
          <a:stretch>
            <a:fillRect/>
          </a:stretch>
        </p:blipFill>
        <p:spPr>
          <a:xfrm>
            <a:off x="1299331" y="1361730"/>
            <a:ext cx="617220" cy="732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E65CAF-6816-F6EF-374A-7DF6299A35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18"/>
          <a:stretch>
            <a:fillRect/>
          </a:stretch>
        </p:blipFill>
        <p:spPr>
          <a:xfrm>
            <a:off x="147767" y="1744579"/>
            <a:ext cx="715662" cy="1069845"/>
          </a:xfrm>
          <a:prstGeom prst="rect">
            <a:avLst/>
          </a:prstGeom>
        </p:spPr>
      </p:pic>
      <p:pic>
        <p:nvPicPr>
          <p:cNvPr id="16" name="Picture 15" descr="pc-7">
            <a:extLst>
              <a:ext uri="{FF2B5EF4-FFF2-40B4-BE49-F238E27FC236}">
                <a16:creationId xmlns:a16="http://schemas.microsoft.com/office/drawing/2014/main" id="{8465CD6C-11E5-9326-D50A-10C375E6B8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442" r="18418"/>
          <a:stretch>
            <a:fillRect/>
          </a:stretch>
        </p:blipFill>
        <p:spPr>
          <a:xfrm>
            <a:off x="6688058" y="1755307"/>
            <a:ext cx="707210" cy="1102597"/>
          </a:xfrm>
          <a:prstGeom prst="rect">
            <a:avLst/>
          </a:prstGeom>
        </p:spPr>
      </p:pic>
      <p:pic>
        <p:nvPicPr>
          <p:cNvPr id="17" name="Picture 16" descr="thumbnail">
            <a:extLst>
              <a:ext uri="{FF2B5EF4-FFF2-40B4-BE49-F238E27FC236}">
                <a16:creationId xmlns:a16="http://schemas.microsoft.com/office/drawing/2014/main" id="{051DB1F1-19C0-B377-E924-1484C4F8CD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168" t="12226" r="38683" b="14226"/>
          <a:stretch>
            <a:fillRect/>
          </a:stretch>
        </p:blipFill>
        <p:spPr>
          <a:xfrm>
            <a:off x="8463326" y="1850543"/>
            <a:ext cx="424069" cy="9387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51403B-96FD-A094-9DAB-C13365D55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01" t="11166" r="15249" b="8304"/>
          <a:stretch>
            <a:fillRect/>
          </a:stretch>
        </p:blipFill>
        <p:spPr>
          <a:xfrm>
            <a:off x="1066855" y="3609076"/>
            <a:ext cx="1082173" cy="1069845"/>
          </a:xfrm>
          <a:prstGeom prst="rect">
            <a:avLst/>
          </a:prstGeom>
        </p:spPr>
      </p:pic>
      <p:pic>
        <p:nvPicPr>
          <p:cNvPr id="19" name="Picture 18" descr="RPI4-MODBP-1GB RASPBERRY-PI, Single Board Computer, Raspberry Pi 4 Model B, BCM2711 SoC | Newark Electronics">
            <a:extLst>
              <a:ext uri="{FF2B5EF4-FFF2-40B4-BE49-F238E27FC236}">
                <a16:creationId xmlns:a16="http://schemas.microsoft.com/office/drawing/2014/main" id="{66729AB2-A362-D05C-8C76-B49E39441E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058" y="439459"/>
            <a:ext cx="1102597" cy="723080"/>
          </a:xfrm>
          <a:prstGeom prst="rect">
            <a:avLst/>
          </a:prstGeom>
        </p:spPr>
      </p:pic>
      <p:pic>
        <p:nvPicPr>
          <p:cNvPr id="21" name="Picture 20" descr="Texas Instruments LAUNCHXL-F28379D - C2000 Delfino MCUs Development Kit –  Dev Boards Market">
            <a:extLst>
              <a:ext uri="{FF2B5EF4-FFF2-40B4-BE49-F238E27FC236}">
                <a16:creationId xmlns:a16="http://schemas.microsoft.com/office/drawing/2014/main" id="{04BDD040-13F6-407E-2EAC-00190D364A9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68" t="27340" r="2422" b="28944"/>
          <a:stretch>
            <a:fillRect/>
          </a:stretch>
        </p:blipFill>
        <p:spPr>
          <a:xfrm rot="16200000">
            <a:off x="3270045" y="1405257"/>
            <a:ext cx="2262382" cy="1040975"/>
          </a:xfrm>
          <a:prstGeom prst="rect">
            <a:avLst/>
          </a:prstGeom>
        </p:spPr>
      </p:pic>
      <p:pic>
        <p:nvPicPr>
          <p:cNvPr id="22" name="Picture 21" descr="Amazon.com: SparkFun 9DoF IMU Breakout w/Qwiic Cable Kit Bundle-ICM-20948 Low Power I2C &amp; SPI Enabled 9 axis Motion Tracking Logic Shifter GPIO pins Digital Motion Processor Accelerometer Gyroscope Magnetometer : Industrial &amp;">
            <a:extLst>
              <a:ext uri="{FF2B5EF4-FFF2-40B4-BE49-F238E27FC236}">
                <a16:creationId xmlns:a16="http://schemas.microsoft.com/office/drawing/2014/main" id="{CD28EB02-B5A4-86EE-6124-4DAC1518C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7069" y="291411"/>
            <a:ext cx="685800" cy="6524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A2097B-CC01-AE01-A3A8-491AF1A2AD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3" t="5548" r="4975" b="6639"/>
          <a:stretch>
            <a:fillRect/>
          </a:stretch>
        </p:blipFill>
        <p:spPr>
          <a:xfrm>
            <a:off x="1299331" y="2477747"/>
            <a:ext cx="617220" cy="7329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6006054-6A8A-0BB8-8F00-E2F95115F49A}"/>
              </a:ext>
            </a:extLst>
          </p:cNvPr>
          <p:cNvSpPr txBox="1"/>
          <p:nvPr/>
        </p:nvSpPr>
        <p:spPr>
          <a:xfrm>
            <a:off x="1080633" y="954790"/>
            <a:ext cx="11015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IMU (ICM 20948)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8770BB-B0AD-BC84-2599-7CD803F08089}"/>
              </a:ext>
            </a:extLst>
          </p:cNvPr>
          <p:cNvSpPr txBox="1"/>
          <p:nvPr/>
        </p:nvSpPr>
        <p:spPr>
          <a:xfrm>
            <a:off x="1262295" y="2094679"/>
            <a:ext cx="7296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Amplifier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EEBA80-F644-C2E4-E364-E393645B758A}"/>
              </a:ext>
            </a:extLst>
          </p:cNvPr>
          <p:cNvSpPr txBox="1"/>
          <p:nvPr/>
        </p:nvSpPr>
        <p:spPr>
          <a:xfrm>
            <a:off x="1283044" y="3221473"/>
            <a:ext cx="7296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Amplifier 2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544C9159-77DC-5126-37AD-D46C387DAF70}"/>
              </a:ext>
            </a:extLst>
          </p:cNvPr>
          <p:cNvCxnSpPr>
            <a:cxnSpLocks/>
            <a:stCxn id="7" idx="1"/>
            <a:endCxn id="9" idx="0"/>
          </p:cNvCxnSpPr>
          <p:nvPr/>
        </p:nvCxnSpPr>
        <p:spPr>
          <a:xfrm rot="10800000" flipV="1">
            <a:off x="505599" y="1728205"/>
            <a:ext cx="793733" cy="1637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7CB3A5C-6A2C-973F-605C-E6705295A5B1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rot="10800000">
            <a:off x="505599" y="2814423"/>
            <a:ext cx="793733" cy="2979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12A04AD-1C3C-E42E-D4B7-1834B5D661BF}"/>
              </a:ext>
            </a:extLst>
          </p:cNvPr>
          <p:cNvSpPr txBox="1"/>
          <p:nvPr/>
        </p:nvSpPr>
        <p:spPr>
          <a:xfrm>
            <a:off x="522639" y="1512268"/>
            <a:ext cx="8258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Analog 4pin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465DC9-C27C-55FC-4EE8-177CEBD7CFD6}"/>
              </a:ext>
            </a:extLst>
          </p:cNvPr>
          <p:cNvSpPr txBox="1"/>
          <p:nvPr/>
        </p:nvSpPr>
        <p:spPr>
          <a:xfrm>
            <a:off x="4027816" y="3056610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TI F28379D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10D836-5B61-D915-FD98-5B4FA28B4F34}"/>
              </a:ext>
            </a:extLst>
          </p:cNvPr>
          <p:cNvSpPr txBox="1"/>
          <p:nvPr/>
        </p:nvSpPr>
        <p:spPr>
          <a:xfrm>
            <a:off x="1080633" y="4695406"/>
            <a:ext cx="1159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T-motor AK80-9 x4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23C67F-1791-FD28-B080-BA27454BDC5B}"/>
              </a:ext>
            </a:extLst>
          </p:cNvPr>
          <p:cNvSpPr txBox="1"/>
          <p:nvPr/>
        </p:nvSpPr>
        <p:spPr>
          <a:xfrm>
            <a:off x="6789594" y="1138562"/>
            <a:ext cx="9476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Raspberry Pi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B667BE-C5A5-A73A-98B3-1B6099A9B525}"/>
              </a:ext>
            </a:extLst>
          </p:cNvPr>
          <p:cNvSpPr txBox="1"/>
          <p:nvPr/>
        </p:nvSpPr>
        <p:spPr>
          <a:xfrm>
            <a:off x="6558204" y="2775984"/>
            <a:ext cx="10246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DJI RM Board 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F13B01-89D5-0BD2-7C58-3D3C658B5ED7}"/>
              </a:ext>
            </a:extLst>
          </p:cNvPr>
          <p:cNvSpPr txBox="1"/>
          <p:nvPr/>
        </p:nvSpPr>
        <p:spPr>
          <a:xfrm>
            <a:off x="7830820" y="2775984"/>
            <a:ext cx="13131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DJI C610 &amp; M2006 x8</a:t>
            </a:r>
          </a:p>
        </p:txBody>
      </p:sp>
      <p:pic>
        <p:nvPicPr>
          <p:cNvPr id="44" name="Picture 43" descr="thumbnail">
            <a:extLst>
              <a:ext uri="{FF2B5EF4-FFF2-40B4-BE49-F238E27FC236}">
                <a16:creationId xmlns:a16="http://schemas.microsoft.com/office/drawing/2014/main" id="{D5B5F69C-EBC2-A276-9CEC-5A30DD58CA0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3388" t="16921" r="44998" b="46042"/>
          <a:stretch>
            <a:fillRect/>
          </a:stretch>
        </p:blipFill>
        <p:spPr>
          <a:xfrm>
            <a:off x="8064459" y="1847566"/>
            <a:ext cx="429646" cy="913409"/>
          </a:xfrm>
          <a:prstGeom prst="rect">
            <a:avLst/>
          </a:prstGeom>
        </p:spPr>
      </p:pic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194B747-2943-939B-B58E-585CB475D9A5}"/>
              </a:ext>
            </a:extLst>
          </p:cNvPr>
          <p:cNvCxnSpPr>
            <a:cxnSpLocks/>
            <a:stCxn id="44" idx="1"/>
            <a:endCxn id="16" idx="3"/>
          </p:cNvCxnSpPr>
          <p:nvPr/>
        </p:nvCxnSpPr>
        <p:spPr>
          <a:xfrm rot="10800000" flipV="1">
            <a:off x="7395269" y="2304270"/>
            <a:ext cx="669191" cy="233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D02A0E0-5E97-ACE7-8DEA-A0E605E5EEA7}"/>
              </a:ext>
            </a:extLst>
          </p:cNvPr>
          <p:cNvSpPr txBox="1"/>
          <p:nvPr/>
        </p:nvSpPr>
        <p:spPr>
          <a:xfrm>
            <a:off x="7531265" y="2089090"/>
            <a:ext cx="4283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1AA962-7643-6D86-5989-0DE6B14BD5C1}"/>
              </a:ext>
            </a:extLst>
          </p:cNvPr>
          <p:cNvSpPr/>
          <p:nvPr/>
        </p:nvSpPr>
        <p:spPr>
          <a:xfrm>
            <a:off x="6699300" y="3305432"/>
            <a:ext cx="1063932" cy="5418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Seat Module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AA3DC0D-65FA-32B1-1AEF-041B088B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977083"/>
              </p:ext>
            </p:extLst>
          </p:nvPr>
        </p:nvGraphicFramePr>
        <p:xfrm>
          <a:off x="2205027" y="291410"/>
          <a:ext cx="341095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095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MOSI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CLK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MISO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0AC09FA3-C75E-9B8B-9634-F1EFCF495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419363"/>
              </p:ext>
            </p:extLst>
          </p:nvPr>
        </p:nvGraphicFramePr>
        <p:xfrm>
          <a:off x="3445088" y="291410"/>
          <a:ext cx="341095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095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3.3V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47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BE12211-7182-655C-25C6-40BBFF7B872D}"/>
              </a:ext>
            </a:extLst>
          </p:cNvPr>
          <p:cNvCxnSpPr>
            <a:cxnSpLocks/>
          </p:cNvCxnSpPr>
          <p:nvPr/>
        </p:nvCxnSpPr>
        <p:spPr>
          <a:xfrm>
            <a:off x="2620631" y="771470"/>
            <a:ext cx="7476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701D6DD3-DFC2-3A7C-C46D-D29D51AA0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152630"/>
              </p:ext>
            </p:extLst>
          </p:nvPr>
        </p:nvGraphicFramePr>
        <p:xfrm>
          <a:off x="2204723" y="1367506"/>
          <a:ext cx="341095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095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MOSI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SCLK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MISO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B2E452D9-B528-F39E-04AB-5802CE0FE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380143"/>
              </p:ext>
            </p:extLst>
          </p:nvPr>
        </p:nvGraphicFramePr>
        <p:xfrm>
          <a:off x="2199497" y="2443601"/>
          <a:ext cx="341095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095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MOSI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SCLK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MISO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B436BFCC-6F55-5FDC-21EB-1169DCDE2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283936"/>
              </p:ext>
            </p:extLst>
          </p:nvPr>
        </p:nvGraphicFramePr>
        <p:xfrm>
          <a:off x="2198155" y="3800470"/>
          <a:ext cx="42247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47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CAN-H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CAN_L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149B2C7A-14AA-AC3E-F0FD-8CA1E1746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676935"/>
              </p:ext>
            </p:extLst>
          </p:nvPr>
        </p:nvGraphicFramePr>
        <p:xfrm>
          <a:off x="6065274" y="480958"/>
          <a:ext cx="535246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364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  <a:gridCol w="179882">
                  <a:extLst>
                    <a:ext uri="{9D8B030D-6E8A-4147-A177-3AD203B41FA5}">
                      <a16:colId xmlns:a16="http://schemas.microsoft.com/office/drawing/2014/main" val="563219504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TX1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RX1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82562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TX2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015467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RX2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425606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E0AA2845-2715-281C-619F-95F1AA210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463306"/>
              </p:ext>
            </p:extLst>
          </p:nvPr>
        </p:nvGraphicFramePr>
        <p:xfrm>
          <a:off x="3443327" y="1361730"/>
          <a:ext cx="341095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095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A3004719-1259-0507-C0C0-DC3ED8B90A83}"/>
              </a:ext>
            </a:extLst>
          </p:cNvPr>
          <p:cNvSpPr txBox="1"/>
          <p:nvPr/>
        </p:nvSpPr>
        <p:spPr>
          <a:xfrm>
            <a:off x="155481" y="2885227"/>
            <a:ext cx="8258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Load Cell x4</a:t>
            </a:r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9001B714-B5C0-CF3C-A797-F274F6B1B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193362"/>
              </p:ext>
            </p:extLst>
          </p:nvPr>
        </p:nvGraphicFramePr>
        <p:xfrm>
          <a:off x="3443327" y="2443601"/>
          <a:ext cx="341095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095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7C9596E-1924-DC90-79A0-74901C9C9E2F}"/>
              </a:ext>
            </a:extLst>
          </p:cNvPr>
          <p:cNvCxnSpPr>
            <a:cxnSpLocks/>
          </p:cNvCxnSpPr>
          <p:nvPr/>
        </p:nvCxnSpPr>
        <p:spPr>
          <a:xfrm>
            <a:off x="2620630" y="1841790"/>
            <a:ext cx="7476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3C3DCEF-3037-4C2E-19A2-02687A5A8D5F}"/>
              </a:ext>
            </a:extLst>
          </p:cNvPr>
          <p:cNvCxnSpPr>
            <a:cxnSpLocks/>
          </p:cNvCxnSpPr>
          <p:nvPr/>
        </p:nvCxnSpPr>
        <p:spPr>
          <a:xfrm>
            <a:off x="2620630" y="2923661"/>
            <a:ext cx="7476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3340E871-027F-64AC-3702-F297C04AE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02060"/>
              </p:ext>
            </p:extLst>
          </p:nvPr>
        </p:nvGraphicFramePr>
        <p:xfrm>
          <a:off x="3368265" y="3800470"/>
          <a:ext cx="42247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47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CAN-H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CAN_L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D885257-0A2A-D581-600F-10228E457B50}"/>
              </a:ext>
            </a:extLst>
          </p:cNvPr>
          <p:cNvCxnSpPr>
            <a:cxnSpLocks/>
          </p:cNvCxnSpPr>
          <p:nvPr/>
        </p:nvCxnSpPr>
        <p:spPr>
          <a:xfrm>
            <a:off x="2704951" y="3960490"/>
            <a:ext cx="5902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C8D56452-A572-1977-8DE9-AAFD2C806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875573"/>
              </p:ext>
            </p:extLst>
          </p:nvPr>
        </p:nvGraphicFramePr>
        <p:xfrm>
          <a:off x="6065274" y="1793232"/>
          <a:ext cx="528403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357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  <a:gridCol w="184046">
                  <a:extLst>
                    <a:ext uri="{9D8B030D-6E8A-4147-A177-3AD203B41FA5}">
                      <a16:colId xmlns:a16="http://schemas.microsoft.com/office/drawing/2014/main" val="1856362018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CLK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MOSI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MISO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</a:tbl>
          </a:graphicData>
        </a:graphic>
      </p:graphicFrame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686F7955-2032-1EBE-1D50-BD4043B1B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66706"/>
              </p:ext>
            </p:extLst>
          </p:nvPr>
        </p:nvGraphicFramePr>
        <p:xfrm>
          <a:off x="5058549" y="480958"/>
          <a:ext cx="486997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997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9 (RX-D)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10 (TX-D)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82562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43 (RX-C)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015467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44 (TX-C)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237608"/>
                  </a:ext>
                </a:extLst>
              </a:tr>
            </a:tbl>
          </a:graphicData>
        </a:graphic>
      </p:graphicFrame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A17CD1E-CED1-4CFB-C94B-BD3C839E4D59}"/>
              </a:ext>
            </a:extLst>
          </p:cNvPr>
          <p:cNvCxnSpPr>
            <a:cxnSpLocks/>
          </p:cNvCxnSpPr>
          <p:nvPr/>
        </p:nvCxnSpPr>
        <p:spPr>
          <a:xfrm>
            <a:off x="5616790" y="881886"/>
            <a:ext cx="3766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C4B73437-307C-BCD2-563E-58FEF4240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122728"/>
              </p:ext>
            </p:extLst>
          </p:nvPr>
        </p:nvGraphicFramePr>
        <p:xfrm>
          <a:off x="5058549" y="1792840"/>
          <a:ext cx="316508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508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24994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14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558368"/>
                  </a:ext>
                </a:extLst>
              </a:tr>
            </a:tbl>
          </a:graphicData>
        </a:graphic>
      </p:graphicFrame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34B054B-E983-5449-B75E-D25D0E5901EC}"/>
              </a:ext>
            </a:extLst>
          </p:cNvPr>
          <p:cNvCxnSpPr>
            <a:cxnSpLocks/>
          </p:cNvCxnSpPr>
          <p:nvPr/>
        </p:nvCxnSpPr>
        <p:spPr>
          <a:xfrm>
            <a:off x="5442529" y="2193525"/>
            <a:ext cx="5508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9A727A2B-4C5C-2896-0B27-616A29337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048233"/>
              </p:ext>
            </p:extLst>
          </p:nvPr>
        </p:nvGraphicFramePr>
        <p:xfrm>
          <a:off x="2198155" y="4286305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48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FCE472A4-0108-4F52-B3B1-A9A5868D4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22773"/>
              </p:ext>
            </p:extLst>
          </p:nvPr>
        </p:nvGraphicFramePr>
        <p:xfrm>
          <a:off x="6069908" y="2684200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24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D9850EE2-D62D-CEB5-46EF-1C57761DD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53073"/>
              </p:ext>
            </p:extLst>
          </p:nvPr>
        </p:nvGraphicFramePr>
        <p:xfrm>
          <a:off x="4230017" y="3382014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D5CA1ED4-735A-EE92-1044-D4D84AD89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22384"/>
              </p:ext>
            </p:extLst>
          </p:nvPr>
        </p:nvGraphicFramePr>
        <p:xfrm>
          <a:off x="6064988" y="1375748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74211216-C19A-E042-EE2D-6159FB7A8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169657"/>
              </p:ext>
            </p:extLst>
          </p:nvPr>
        </p:nvGraphicFramePr>
        <p:xfrm>
          <a:off x="2257130" y="5439109"/>
          <a:ext cx="566922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295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  <a:gridCol w="229627">
                  <a:extLst>
                    <a:ext uri="{9D8B030D-6E8A-4147-A177-3AD203B41FA5}">
                      <a16:colId xmlns:a16="http://schemas.microsoft.com/office/drawing/2014/main" val="1856362018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22655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78586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SCL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49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SDA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50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5F2E7E50-6565-F9CA-EB87-1016580F6C9A}"/>
              </a:ext>
            </a:extLst>
          </p:cNvPr>
          <p:cNvSpPr txBox="1"/>
          <p:nvPr/>
        </p:nvSpPr>
        <p:spPr>
          <a:xfrm>
            <a:off x="2280436" y="6079189"/>
            <a:ext cx="5437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I2C - B</a:t>
            </a: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7C6F1590-4B0B-8F6C-8496-F3DC1BD65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349596"/>
              </p:ext>
            </p:extLst>
          </p:nvPr>
        </p:nvGraphicFramePr>
        <p:xfrm>
          <a:off x="5058549" y="3257485"/>
          <a:ext cx="681344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084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  <a:gridCol w="237260">
                  <a:extLst>
                    <a:ext uri="{9D8B030D-6E8A-4147-A177-3AD203B41FA5}">
                      <a16:colId xmlns:a16="http://schemas.microsoft.com/office/drawing/2014/main" val="1856362018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22655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78586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SCITXDB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74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SCIRXDB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73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D33E8454-7B59-7675-25A3-F2128760EDAA}"/>
              </a:ext>
            </a:extLst>
          </p:cNvPr>
          <p:cNvSpPr txBox="1"/>
          <p:nvPr/>
        </p:nvSpPr>
        <p:spPr>
          <a:xfrm>
            <a:off x="5875693" y="3372828"/>
            <a:ext cx="5950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Serial-B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F1C233-6E61-B6D1-12E6-4AD4BA6B7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402902"/>
              </p:ext>
            </p:extLst>
          </p:nvPr>
        </p:nvGraphicFramePr>
        <p:xfrm>
          <a:off x="3113034" y="2165217"/>
          <a:ext cx="255231" cy="160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31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36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184002-DCD4-DC2E-06E4-81E7342BB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60903"/>
              </p:ext>
            </p:extLst>
          </p:nvPr>
        </p:nvGraphicFramePr>
        <p:xfrm>
          <a:off x="3116733" y="3249708"/>
          <a:ext cx="255231" cy="160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31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35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18260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CB3AA7-58AC-23C6-31A0-CB4172983713}"/>
              </a:ext>
            </a:extLst>
          </p:cNvPr>
          <p:cNvCxnSpPr>
            <a:cxnSpLocks/>
          </p:cNvCxnSpPr>
          <p:nvPr/>
        </p:nvCxnSpPr>
        <p:spPr>
          <a:xfrm>
            <a:off x="5865794" y="3577525"/>
            <a:ext cx="6148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C5D15C-98FC-D213-0128-4DC070688D3B}"/>
              </a:ext>
            </a:extLst>
          </p:cNvPr>
          <p:cNvSpPr txBox="1"/>
          <p:nvPr/>
        </p:nvSpPr>
        <p:spPr>
          <a:xfrm>
            <a:off x="5500033" y="1985140"/>
            <a:ext cx="4860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SPI-A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8C72E-A5DE-1747-D2F0-5D657CC0EE74}"/>
              </a:ext>
            </a:extLst>
          </p:cNvPr>
          <p:cNvSpPr txBox="1"/>
          <p:nvPr/>
        </p:nvSpPr>
        <p:spPr>
          <a:xfrm>
            <a:off x="2763291" y="563721"/>
            <a:ext cx="4860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SPI-B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D3ADD-4899-8B69-F28F-28C0BB0CDA57}"/>
              </a:ext>
            </a:extLst>
          </p:cNvPr>
          <p:cNvSpPr txBox="1"/>
          <p:nvPr/>
        </p:nvSpPr>
        <p:spPr>
          <a:xfrm>
            <a:off x="2769862" y="1649732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SPI-C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984C8A-1456-4BBA-A009-0C586DD0953E}"/>
              </a:ext>
            </a:extLst>
          </p:cNvPr>
          <p:cNvSpPr txBox="1"/>
          <p:nvPr/>
        </p:nvSpPr>
        <p:spPr>
          <a:xfrm>
            <a:off x="2769861" y="2715912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SPI-C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17FC90-4A21-9E12-173B-1FBD5D89DFB3}"/>
              </a:ext>
            </a:extLst>
          </p:cNvPr>
          <p:cNvSpPr txBox="1"/>
          <p:nvPr/>
        </p:nvSpPr>
        <p:spPr>
          <a:xfrm>
            <a:off x="2802321" y="3752741"/>
            <a:ext cx="4283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690DB8-ECC8-37D8-7FF6-85C544728642}"/>
              </a:ext>
            </a:extLst>
          </p:cNvPr>
          <p:cNvSpPr txBox="1"/>
          <p:nvPr/>
        </p:nvSpPr>
        <p:spPr>
          <a:xfrm>
            <a:off x="5589485" y="53531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Serial</a:t>
            </a:r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-C&amp;D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9DEBD55-C69E-2F65-8952-65FA0A5E1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868452"/>
              </p:ext>
            </p:extLst>
          </p:nvPr>
        </p:nvGraphicFramePr>
        <p:xfrm>
          <a:off x="6699300" y="3982975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C628A6-AB7F-CBC3-2630-D3C40BC2D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203808"/>
              </p:ext>
            </p:extLst>
          </p:nvPr>
        </p:nvGraphicFramePr>
        <p:xfrm>
          <a:off x="1484327" y="5443776"/>
          <a:ext cx="528404" cy="48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641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  <a:gridCol w="237763">
                  <a:extLst>
                    <a:ext uri="{9D8B030D-6E8A-4147-A177-3AD203B41FA5}">
                      <a16:colId xmlns:a16="http://schemas.microsoft.com/office/drawing/2014/main" val="1856362018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 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46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 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42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3EBCC04-1EC8-B972-A225-603725E5EF4C}"/>
              </a:ext>
            </a:extLst>
          </p:cNvPr>
          <p:cNvSpPr txBox="1"/>
          <p:nvPr/>
        </p:nvSpPr>
        <p:spPr>
          <a:xfrm>
            <a:off x="1450008" y="592612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SPI-B </a:t>
            </a:r>
          </a:p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Reserve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54CBEA-85B0-6FBB-D709-FACF6288B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750882"/>
              </p:ext>
            </p:extLst>
          </p:nvPr>
        </p:nvGraphicFramePr>
        <p:xfrm>
          <a:off x="719379" y="5443776"/>
          <a:ext cx="526226" cy="48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641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1856362018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 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33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CS 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34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1235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2E9A086-878A-5A1A-C758-D7B2BFF0B16F}"/>
              </a:ext>
            </a:extLst>
          </p:cNvPr>
          <p:cNvSpPr txBox="1"/>
          <p:nvPr/>
        </p:nvSpPr>
        <p:spPr>
          <a:xfrm>
            <a:off x="685060" y="592612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SPI-A </a:t>
            </a:r>
          </a:p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Reserve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03B2CB-43B4-934A-60E9-74740BD7A52F}"/>
              </a:ext>
            </a:extLst>
          </p:cNvPr>
          <p:cNvSpPr/>
          <p:nvPr/>
        </p:nvSpPr>
        <p:spPr>
          <a:xfrm>
            <a:off x="4473484" y="6264183"/>
            <a:ext cx="896479" cy="32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6S LiPo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5FFADD2-3B4D-A4AF-CA5E-B0D6044B364D}"/>
              </a:ext>
            </a:extLst>
          </p:cNvPr>
          <p:cNvCxnSpPr>
            <a:cxnSpLocks/>
          </p:cNvCxnSpPr>
          <p:nvPr/>
        </p:nvCxnSpPr>
        <p:spPr>
          <a:xfrm>
            <a:off x="5369963" y="6517864"/>
            <a:ext cx="13293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9AF8A10B-0D4F-8D74-40C4-3C4583AF8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99170"/>
              </p:ext>
            </p:extLst>
          </p:nvPr>
        </p:nvGraphicFramePr>
        <p:xfrm>
          <a:off x="6699300" y="6264183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24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E68E146-50BE-7DC4-AEC5-0BEEFDF4AB09}"/>
              </a:ext>
            </a:extLst>
          </p:cNvPr>
          <p:cNvCxnSpPr>
            <a:cxnSpLocks/>
          </p:cNvCxnSpPr>
          <p:nvPr/>
        </p:nvCxnSpPr>
        <p:spPr>
          <a:xfrm>
            <a:off x="5369963" y="6338324"/>
            <a:ext cx="13180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C716271-BD13-D669-9F30-5440819E8EDA}"/>
              </a:ext>
            </a:extLst>
          </p:cNvPr>
          <p:cNvSpPr/>
          <p:nvPr/>
        </p:nvSpPr>
        <p:spPr>
          <a:xfrm>
            <a:off x="4473545" y="5568821"/>
            <a:ext cx="896479" cy="32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6S LiPo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C5FCDA0-C26E-FA72-4EF4-11020603B33C}"/>
              </a:ext>
            </a:extLst>
          </p:cNvPr>
          <p:cNvCxnSpPr>
            <a:cxnSpLocks/>
          </p:cNvCxnSpPr>
          <p:nvPr/>
        </p:nvCxnSpPr>
        <p:spPr>
          <a:xfrm>
            <a:off x="5370024" y="5822502"/>
            <a:ext cx="6148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711AF82-A8FC-1CF8-875C-CEDCAF561B94}"/>
              </a:ext>
            </a:extLst>
          </p:cNvPr>
          <p:cNvCxnSpPr>
            <a:cxnSpLocks/>
          </p:cNvCxnSpPr>
          <p:nvPr/>
        </p:nvCxnSpPr>
        <p:spPr>
          <a:xfrm>
            <a:off x="5370024" y="5102969"/>
            <a:ext cx="6148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D0BE8681-CF61-B764-8480-4292CA279471}"/>
              </a:ext>
            </a:extLst>
          </p:cNvPr>
          <p:cNvSpPr/>
          <p:nvPr/>
        </p:nvSpPr>
        <p:spPr>
          <a:xfrm>
            <a:off x="4473545" y="5060782"/>
            <a:ext cx="896479" cy="32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6S LiPo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A822AAB5-E9E2-0DF1-8B05-31EBC4BFB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725670"/>
              </p:ext>
            </p:extLst>
          </p:nvPr>
        </p:nvGraphicFramePr>
        <p:xfrm>
          <a:off x="7295418" y="5568821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48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3935EE20-8104-6E9F-51E1-9698CC3BA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788398"/>
              </p:ext>
            </p:extLst>
          </p:nvPr>
        </p:nvGraphicFramePr>
        <p:xfrm>
          <a:off x="8280379" y="6043551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C0A86616-A507-9AC2-8612-079E884A2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04435"/>
              </p:ext>
            </p:extLst>
          </p:nvPr>
        </p:nvGraphicFramePr>
        <p:xfrm>
          <a:off x="8280379" y="5570830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99D08758-6D23-49D8-65D2-BAAE21E18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98775"/>
              </p:ext>
            </p:extLst>
          </p:nvPr>
        </p:nvGraphicFramePr>
        <p:xfrm>
          <a:off x="8280379" y="5090557"/>
          <a:ext cx="342436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36">
                  <a:extLst>
                    <a:ext uri="{9D8B030D-6E8A-4147-A177-3AD203B41FA5}">
                      <a16:colId xmlns:a16="http://schemas.microsoft.com/office/drawing/2014/main" val="414598814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5 V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2611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r>
                        <a:rPr lang="en-US" sz="600" dirty="0"/>
                        <a:t>GND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48157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184D986A-1E95-0895-B3A6-663F7A5936D6}"/>
              </a:ext>
            </a:extLst>
          </p:cNvPr>
          <p:cNvSpPr txBox="1"/>
          <p:nvPr/>
        </p:nvSpPr>
        <p:spPr>
          <a:xfrm>
            <a:off x="5984859" y="5885512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Contactor</a:t>
            </a:r>
          </a:p>
        </p:txBody>
      </p:sp>
      <p:pic>
        <p:nvPicPr>
          <p:cNvPr id="81" name="Picture 80" descr="emergency stop circuit with contactor, AI generated">
            <a:extLst>
              <a:ext uri="{FF2B5EF4-FFF2-40B4-BE49-F238E27FC236}">
                <a16:creationId xmlns:a16="http://schemas.microsoft.com/office/drawing/2014/main" id="{90E0A4B5-CA36-415E-52EF-8CA4009B50D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2300" t="21933" r="49181" b="36947"/>
          <a:stretch>
            <a:fillRect/>
          </a:stretch>
        </p:blipFill>
        <p:spPr>
          <a:xfrm>
            <a:off x="5993418" y="5000516"/>
            <a:ext cx="679749" cy="903726"/>
          </a:xfrm>
          <a:prstGeom prst="rect">
            <a:avLst/>
          </a:prstGeom>
        </p:spPr>
      </p:pic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F8EC9F7A-990F-BAA4-B922-4DCA8BF437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82329" y="5462517"/>
            <a:ext cx="375329" cy="61"/>
          </a:xfrm>
          <a:prstGeom prst="bentConnector4">
            <a:avLst>
              <a:gd name="adj1" fmla="val 316"/>
              <a:gd name="adj2" fmla="val 50832786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6F01E8FB-B098-35AC-E22F-D34CE84C4C98}"/>
              </a:ext>
            </a:extLst>
          </p:cNvPr>
          <p:cNvCxnSpPr>
            <a:cxnSpLocks/>
          </p:cNvCxnSpPr>
          <p:nvPr/>
        </p:nvCxnSpPr>
        <p:spPr>
          <a:xfrm>
            <a:off x="6667395" y="5821940"/>
            <a:ext cx="6148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E4B718AF-666B-7CBD-8399-F8DF4ADCFA74}"/>
              </a:ext>
            </a:extLst>
          </p:cNvPr>
          <p:cNvCxnSpPr>
            <a:cxnSpLocks/>
          </p:cNvCxnSpPr>
          <p:nvPr/>
        </p:nvCxnSpPr>
        <p:spPr>
          <a:xfrm>
            <a:off x="6688058" y="5102968"/>
            <a:ext cx="575385" cy="515745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85DDD44-E64A-E0DF-ACB1-CFA811C3AE6C}"/>
              </a:ext>
            </a:extLst>
          </p:cNvPr>
          <p:cNvCxnSpPr>
            <a:cxnSpLocks/>
          </p:cNvCxnSpPr>
          <p:nvPr/>
        </p:nvCxnSpPr>
        <p:spPr>
          <a:xfrm>
            <a:off x="7708449" y="5722351"/>
            <a:ext cx="5022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20E11EF-D739-BA4B-6400-D34FA0F844E4}"/>
              </a:ext>
            </a:extLst>
          </p:cNvPr>
          <p:cNvSpPr txBox="1"/>
          <p:nvPr/>
        </p:nvSpPr>
        <p:spPr>
          <a:xfrm>
            <a:off x="7610499" y="5510535"/>
            <a:ext cx="6912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Converter</a:t>
            </a:r>
          </a:p>
        </p:txBody>
      </p:sp>
      <p:pic>
        <p:nvPicPr>
          <p:cNvPr id="117" name="Picture 116" descr="emergency stop circuit with contactor, AI generated">
            <a:extLst>
              <a:ext uri="{FF2B5EF4-FFF2-40B4-BE49-F238E27FC236}">
                <a16:creationId xmlns:a16="http://schemas.microsoft.com/office/drawing/2014/main" id="{52B43E6E-A1D8-98BD-4529-6318219C224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0986" t="24307" r="32360" b="64689"/>
          <a:stretch>
            <a:fillRect/>
          </a:stretch>
        </p:blipFill>
        <p:spPr>
          <a:xfrm>
            <a:off x="6216455" y="4534944"/>
            <a:ext cx="264174" cy="261570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6817D56-EF68-5F30-0D9B-A30CA94714CB}"/>
              </a:ext>
            </a:extLst>
          </p:cNvPr>
          <p:cNvCxnSpPr>
            <a:cxnSpLocks/>
          </p:cNvCxnSpPr>
          <p:nvPr/>
        </p:nvCxnSpPr>
        <p:spPr>
          <a:xfrm>
            <a:off x="6283393" y="4806671"/>
            <a:ext cx="0" cy="1825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1DC5ACC9-853E-70D6-0EBC-784A01651631}"/>
              </a:ext>
            </a:extLst>
          </p:cNvPr>
          <p:cNvCxnSpPr>
            <a:cxnSpLocks/>
          </p:cNvCxnSpPr>
          <p:nvPr/>
        </p:nvCxnSpPr>
        <p:spPr>
          <a:xfrm>
            <a:off x="6407424" y="4806671"/>
            <a:ext cx="0" cy="1825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AEE10F2-A260-FA4D-09DB-1CACC556378A}"/>
              </a:ext>
            </a:extLst>
          </p:cNvPr>
          <p:cNvSpPr txBox="1"/>
          <p:nvPr/>
        </p:nvSpPr>
        <p:spPr>
          <a:xfrm>
            <a:off x="5764308" y="4517792"/>
            <a:ext cx="5180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E-stop</a:t>
            </a:r>
          </a:p>
        </p:txBody>
      </p:sp>
      <p:pic>
        <p:nvPicPr>
          <p:cNvPr id="126" name="Picture 125" descr="emergency stop circuit with contactor, AI generated">
            <a:extLst>
              <a:ext uri="{FF2B5EF4-FFF2-40B4-BE49-F238E27FC236}">
                <a16:creationId xmlns:a16="http://schemas.microsoft.com/office/drawing/2014/main" id="{8CE8B931-AE9A-AF78-90D4-8A08EE9FA46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0986" t="24307" r="32360" b="64689"/>
          <a:stretch>
            <a:fillRect/>
          </a:stretch>
        </p:blipFill>
        <p:spPr>
          <a:xfrm rot="5400000">
            <a:off x="5929815" y="6191896"/>
            <a:ext cx="264174" cy="2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0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201</Words>
  <Application>Microsoft Office PowerPoint</Application>
  <PresentationFormat>On-screen Show (4:3)</PresentationFormat>
  <Paragraphs>139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Han, Tianyi</dc:creator>
  <cp:lastModifiedBy>Han, Tianyi</cp:lastModifiedBy>
  <cp:revision>7</cp:revision>
  <dcterms:created xsi:type="dcterms:W3CDTF">2026-07-21T21:48:25Z</dcterms:created>
  <dcterms:modified xsi:type="dcterms:W3CDTF">2026-07-31T00:42:50Z</dcterms:modified>
</cp:coreProperties>
</file>